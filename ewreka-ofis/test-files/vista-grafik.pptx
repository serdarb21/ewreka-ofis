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Satış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Ocak</c:v>
                  </c:pt>
                  <c:pt idx="1">
                    <c:v>Şubat</c:v>
                  </c:pt>
                  <c:pt idx="2">
                    <c:v>Mart</c:v>
                  </c:pt>
                  <c:pt idx="3">
                    <c:v>Nisan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Gider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Ocak</c:v>
                  </c:pt>
                  <c:pt idx="1">
                    <c:v>Şubat</c:v>
                  </c:pt>
                  <c:pt idx="2">
                    <c:v>Mart</c:v>
                  </c:pt>
                  <c:pt idx="3">
                    <c:v>Nisan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11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için notlar: ğüşıöç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Grafikli Sunum — Çeyrek Raporu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146304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</a:rPr>
              <a:t>Numaralı liste</a:t>
            </a:r>
            <a:endParaRPr lang="en-US" sz="2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</a:rPr>
              <a:t>İkinci öğe</a:t>
            </a:r>
            <a:endParaRPr lang="en-US" sz="2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000000"/>
                </a:solidFill>
              </a:rPr>
              <a:t>Üçüncü öğe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0" y="914400"/>
            <a:ext cx="2286000" cy="2286000"/>
          </a:xfrm>
          <a:prstGeom prst="star5">
            <a:avLst/>
          </a:prstGeom>
          <a:solidFill>
            <a:srgbClr val="FF8A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2026-10-03T03:38:28Z</dcterms:created>
  <dcterms:modified xsi:type="dcterms:W3CDTF">2026-10-03T03:38:28Z</dcterms:modified>
</cp:coreProperties>
</file>