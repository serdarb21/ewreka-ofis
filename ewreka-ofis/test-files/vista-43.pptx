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Dört bölü üç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Madde 32pt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