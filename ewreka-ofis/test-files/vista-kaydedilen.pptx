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7829"/>
  <p:notesSz cx="6857829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Konuşmacı notu: tabloyu açıkla.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ctr" indent="0" marL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Ewreka Vista Test Sunumu</a:t>
            </a:r>
            <a:endParaRPr lang="en-US" sz="1536" dirty="0"/>
          </a:p>
        </p:txBody>
      </p:sp>
      <p:sp>
        <p:nvSpPr>
          <p:cNvPr id="3" name="Text 1"/>
          <p:cNvSpPr/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t"/>
          <a:lstStyle/>
          <a:p>
            <a:pPr algn="ctr" indent="0" marL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4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karakterler: ğüşıöç İĞÜŞÖÇ</a:t>
            </a:r>
            <a:endParaRPr lang="en-US" sz="153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ctr" indent="0" marL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İşaretli Liste — düzenlendi ğüşİ</a:t>
            </a:r>
            <a:endParaRPr lang="en-US" sz="1536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t"/>
          <a:lstStyle/>
          <a:p>
            <a:pPr algn="l" marL="508000" indent="-508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madde: Çalışma planı</a:t>
            </a:r>
            <a:endParaRPr lang="en-US" sz="1536" dirty="0"/>
          </a:p>
          <a:p>
            <a:pPr algn="l" marL="508000" indent="-508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madde: Güz dönemi</a:t>
            </a:r>
            <a:endParaRPr lang="en-US" sz="1536" dirty="0"/>
          </a:p>
          <a:p>
            <a:pPr algn="l" marL="508000" indent="-508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madde: Şirket hedefleri</a:t>
            </a:r>
            <a:endParaRPr lang="en-US" sz="1536" dirty="0"/>
          </a:p>
          <a:p>
            <a:pPr algn="l" marL="508000" indent="-508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Dördüncü madde: Öğrenci ağı</a:t>
            </a:r>
            <a:endParaRPr lang="en-US" sz="1536" dirty="0"/>
          </a:p>
          <a:p>
            <a:pPr algn="l" lvl="1" marL="889000" indent="-4445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madde (seviye 2)</a:t>
            </a:r>
            <a:endParaRPr lang="en-US" sz="153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ctr" indent="0" marL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Resim ve Şekiller</a:t>
            </a:r>
            <a:endParaRPr lang="en-US" sz="1536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4572000" cy="2857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1645920"/>
            <a:ext cx="2743200" cy="1371600"/>
          </a:xfrm>
          <a:custGeom>
            <a:avLst/>
            <a:gdLst/>
            <a:ahLst/>
            <a:cxnLst/>
            <a:rect l="l" t="t" r="r" b="b"/>
            <a:pathLst>
              <a:path w="2743200" h="1371600">
                <a:moveTo>
                  <a:pt x="229057" y="0"/>
                </a:moveTo>
                <a:lnTo>
                  <a:pt x="2514143" y="0"/>
                </a:lnTo>
                <a:cubicBezTo>
                  <a:pt x="2666848" y="0"/>
                  <a:pt x="2743200" y="76352"/>
                  <a:pt x="2743200" y="229057"/>
                </a:cubicBezTo>
                <a:lnTo>
                  <a:pt x="2743200" y="1142543"/>
                </a:lnTo>
                <a:cubicBezTo>
                  <a:pt x="2743200" y="1295248"/>
                  <a:pt x="2666848" y="1371600"/>
                  <a:pt x="2514143" y="1371600"/>
                </a:cubicBezTo>
                <a:lnTo>
                  <a:pt x="229057" y="1371600"/>
                </a:lnTo>
                <a:cubicBezTo>
                  <a:pt x="76352" y="1371600"/>
                  <a:pt x="0" y="1295248"/>
                  <a:pt x="0" y="1142543"/>
                </a:cubicBezTo>
                <a:lnTo>
                  <a:pt x="0" y="229057"/>
                </a:lnTo>
                <a:cubicBezTo>
                  <a:pt x="0" y="76352"/>
                  <a:pt x="76352" y="0"/>
                  <a:pt x="229057" y="0"/>
                </a:cubicBezTo>
                <a:lnTo>
                  <a:pt x="229057" y="0"/>
                </a:lnTo>
              </a:path>
            </a:pathLst>
          </a:custGeom>
          <a:solidFill>
            <a:srgbClr val="4C8DFF"/>
          </a:solidFill>
          <a:ln w="951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l" indent="0" marL="0">
              <a:spcBef>
                <a:spcPts val="48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Yuvarlak dikdörtgen</a:t>
            </a:r>
            <a:endParaRPr lang="en-US" sz="1536" dirty="0"/>
          </a:p>
        </p:txBody>
      </p:sp>
      <p:sp>
        <p:nvSpPr>
          <p:cNvPr id="6" name="Shape 3"/>
          <p:cNvSpPr/>
          <p:nvPr/>
        </p:nvSpPr>
        <p:spPr>
          <a:xfrm>
            <a:off x="9144000" y="164592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lnTo>
                  <a:pt x="1143000" y="0"/>
                </a:lnTo>
              </a:path>
            </a:pathLst>
          </a:custGeom>
          <a:solidFill>
            <a:srgbClr val="2ECC8A"/>
          </a:solidFill>
          <a:ln w="951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0" y="1645920"/>
            <a:ext cx="2286000" cy="22860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l" indent="0" marL="0">
              <a:spcBef>
                <a:spcPts val="48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</a:t>
            </a:r>
            <a:endParaRPr lang="en-US" sz="1536" dirty="0"/>
          </a:p>
        </p:txBody>
      </p:sp>
      <p:sp>
        <p:nvSpPr>
          <p:cNvPr id="8" name="Shape 5"/>
          <p:cNvSpPr/>
          <p:nvPr/>
        </p:nvSpPr>
        <p:spPr>
          <a:xfrm>
            <a:off x="5943600" y="4114800"/>
            <a:ext cx="3657600" cy="1097280"/>
          </a:xfrm>
          <a:custGeom>
            <a:avLst/>
            <a:gdLst/>
            <a:ahLst/>
            <a:cxnLst/>
            <a:rect l="l" t="t" r="r" b="b"/>
            <a:pathLst>
              <a:path w="3657600" h="1097280">
                <a:moveTo>
                  <a:pt x="3657600" y="548640"/>
                </a:moveTo>
                <a:lnTo>
                  <a:pt x="1828800" y="0"/>
                </a:lnTo>
                <a:lnTo>
                  <a:pt x="1828800" y="274320"/>
                </a:lnTo>
                <a:lnTo>
                  <a:pt x="0" y="274320"/>
                </a:lnTo>
                <a:lnTo>
                  <a:pt x="0" y="822960"/>
                </a:lnTo>
                <a:lnTo>
                  <a:pt x="1828800" y="822960"/>
                </a:lnTo>
                <a:lnTo>
                  <a:pt x="1828800" y="1097280"/>
                </a:lnTo>
                <a:lnTo>
                  <a:pt x="3657600" y="548640"/>
                </a:lnTo>
              </a:path>
            </a:pathLst>
          </a:custGeom>
          <a:solidFill>
            <a:srgbClr val="FF5468"/>
          </a:solidFill>
          <a:ln w="951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4114800"/>
            <a:ext cx="3657600" cy="109728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indent="0" marL="0">
              <a:spcBef>
                <a:spcPts val="480"/>
              </a:spcBef>
              <a:buNone/>
            </a:pPr>
            <a:endParaRPr lang="en-US" sz="153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wrap="square" lIns="87780" tIns="43890" rIns="87780" bIns="43890" rtlCol="0" anchor="ctr"/>
          <a:lstStyle/>
          <a:p>
            <a:pPr algn="ctr" indent="0" marL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Örneği</a:t>
            </a:r>
            <a:endParaRPr lang="en-US" sz="1536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9144000" cy="2743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Bölge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Satış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İstanbul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1.250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%12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Ankara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İzmir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5" u="none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%-3</a:t>
                      </a:r>
                      <a:endParaRPr lang="en-US" sz="180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3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2026-10-03T03:43:06Z</dcterms:created>
  <dcterms:modified xsi:type="dcterms:W3CDTF">2026-10-03T03:43:06Z</dcterms:modified>
</cp:coreProperties>
</file>