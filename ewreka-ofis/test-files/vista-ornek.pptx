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Konuşmacı notu: tabloyu açıkla.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Ewreka Vista Test Sunumu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Türkçe karakterler: ğüşıöç İĞÜŞÖÇ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Madde İşaretli Liste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Birinci madde: Çalışma planı</a:t>
            </a:r>
          </a:p>
          <a:p>
            <a:r>
              <a:t>İkinci madde: Güz dönemi</a:t>
            </a:r>
          </a:p>
          <a:p>
            <a:r>
              <a:t>Üçüncü madde: Şirket hedefleri</a:t>
            </a:r>
          </a:p>
          <a:p>
            <a:r>
              <a:t>Dördüncü madde: Öğrenci ağı</a:t>
            </a:r>
          </a:p>
          <a:p>
            <a:pPr lvl="1"/>
            <a:r>
              <a:t>Alt madde (seviye 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Resim ve Şekiller</a:t>
            </a:r>
          </a:p>
        </p:txBody>
      </p:sp>
      <p:pic>
        <p:nvPicPr>
          <p:cNvPr id="3" name="Picture 2" descr="vista-test-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4572000" cy="2857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645920"/>
            <a:ext cx="2743200" cy="1371600"/>
          </a:xfrm>
          <a:prstGeom prst="roundRect">
            <a:avLst/>
          </a:prstGeom>
          <a:solidFill>
            <a:srgbClr val="4C8D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Yuvarlak dikdörtgen</a:t>
            </a:r>
          </a:p>
        </p:txBody>
      </p:sp>
      <p:sp>
        <p:nvSpPr>
          <p:cNvPr id="5" name="Oval 4"/>
          <p:cNvSpPr/>
          <p:nvPr/>
        </p:nvSpPr>
        <p:spPr>
          <a:xfrm>
            <a:off x="9144000" y="1645920"/>
            <a:ext cx="2286000" cy="2286000"/>
          </a:xfrm>
          <a:prstGeom prst="ellipse">
            <a:avLst/>
          </a:prstGeom>
          <a:solidFill>
            <a:srgbClr val="2ECC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Daire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3600" y="4114800"/>
            <a:ext cx="3657600" cy="1097280"/>
          </a:xfrm>
          <a:prstGeom prst="rightArrow">
            <a:avLst/>
          </a:prstGeom>
          <a:solidFill>
            <a:srgbClr val="FF546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Tablo Örneği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85800">
                <a:tc>
                  <a:txBody>
                    <a:bodyPr/>
                    <a:lstStyle/>
                    <a:p>
                      <a:r>
                        <a:t>Bölge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Satış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Değişim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İstanbul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%12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Ankara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%8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İzmir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%-3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